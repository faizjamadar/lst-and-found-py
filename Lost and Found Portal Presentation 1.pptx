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Canva Sans" panose="020B0503030501040103" pitchFamily="34" charset="0"/>
      <p:regular r:id="rId8"/>
    </p:embeddedFont>
    <p:embeddedFont>
      <p:font typeface="Canva Sans Bold" panose="020B0803030501040103" pitchFamily="34" charset="0"/>
      <p:regular r:id="rId9"/>
    </p:embeddedFont>
    <p:embeddedFont>
      <p:font typeface="Canva Sans Medium" panose="020B0603030501040103" pitchFamily="3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font" Target="fonts/font3.fntdata" /><Relationship Id="rId4" Type="http://schemas.openxmlformats.org/officeDocument/2006/relationships/slide" Target="slides/slide3.xml" /><Relationship Id="rId9" Type="http://schemas.openxmlformats.org/officeDocument/2006/relationships/font" Target="fonts/font2.fntdata" /><Relationship Id="rId14"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3" Type="http://schemas.openxmlformats.org/officeDocument/2006/relationships/image" Target="../media/image8.svg" /><Relationship Id="rId7" Type="http://schemas.openxmlformats.org/officeDocument/2006/relationships/image" Target="../media/image12.svg" /><Relationship Id="rId2" Type="http://schemas.openxmlformats.org/officeDocument/2006/relationships/image" Target="../media/image7.png" /><Relationship Id="rId1" Type="http://schemas.openxmlformats.org/officeDocument/2006/relationships/slideLayout" Target="../slideLayouts/slideLayout7.xml" /><Relationship Id="rId6" Type="http://schemas.openxmlformats.org/officeDocument/2006/relationships/image" Target="../media/image11.png" /><Relationship Id="rId5" Type="http://schemas.openxmlformats.org/officeDocument/2006/relationships/image" Target="../media/image10.svg" /><Relationship Id="rId4" Type="http://schemas.openxmlformats.org/officeDocument/2006/relationships/image" Target="../media/image9.png" /></Relationships>
</file>

<file path=ppt/slides/_rels/slide3.xml.rels><?xml version="1.0" encoding="UTF-8" standalone="yes"?>
<Relationships xmlns="http://schemas.openxmlformats.org/package/2006/relationships"><Relationship Id="rId3" Type="http://schemas.openxmlformats.org/officeDocument/2006/relationships/image" Target="../media/image2.svg" /><Relationship Id="rId7" Type="http://schemas.openxmlformats.org/officeDocument/2006/relationships/image" Target="../media/image14.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13.png" /><Relationship Id="rId5" Type="http://schemas.openxmlformats.org/officeDocument/2006/relationships/image" Target="../media/image4.svg" /><Relationship Id="rId4" Type="http://schemas.openxmlformats.org/officeDocument/2006/relationships/image" Target="../media/image3.png" /></Relationships>
</file>

<file path=ppt/slides/_rels/slide4.xml.rels><?xml version="1.0" encoding="UTF-8" standalone="yes"?>
<Relationships xmlns="http://schemas.openxmlformats.org/package/2006/relationships"><Relationship Id="rId3" Type="http://schemas.openxmlformats.org/officeDocument/2006/relationships/image" Target="../media/image8.svg" /><Relationship Id="rId2" Type="http://schemas.openxmlformats.org/officeDocument/2006/relationships/image" Target="../media/image7.png" /><Relationship Id="rId1" Type="http://schemas.openxmlformats.org/officeDocument/2006/relationships/slideLayout" Target="../slideLayouts/slideLayout7.xml" /><Relationship Id="rId5" Type="http://schemas.openxmlformats.org/officeDocument/2006/relationships/image" Target="../media/image10.svg" /><Relationship Id="rId4" Type="http://schemas.openxmlformats.org/officeDocument/2006/relationships/image" Target="../media/image9.png" /></Relationships>
</file>

<file path=ppt/slides/_rels/slide5.xml.rels><?xml version="1.0" encoding="UTF-8" standalone="yes"?>
<Relationships xmlns="http://schemas.openxmlformats.org/package/2006/relationships"><Relationship Id="rId3" Type="http://schemas.openxmlformats.org/officeDocument/2006/relationships/image" Target="../media/image2.svg" /><Relationship Id="rId7" Type="http://schemas.openxmlformats.org/officeDocument/2006/relationships/image" Target="../media/image1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15.png" /><Relationship Id="rId5" Type="http://schemas.openxmlformats.org/officeDocument/2006/relationships/image" Target="../media/image4.svg"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3" Type="http://schemas.openxmlformats.org/officeDocument/2006/relationships/image" Target="../media/image2.svg" /><Relationship Id="rId7" Type="http://schemas.openxmlformats.org/officeDocument/2006/relationships/image" Target="../media/image18.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17.png" /><Relationship Id="rId5" Type="http://schemas.openxmlformats.org/officeDocument/2006/relationships/image" Target="../media/image4.svg" /><Relationship Id="rId4" Type="http://schemas.openxmlformats.org/officeDocument/2006/relationships/image" Target="../media/image3.pn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E9E8"/>
        </a:solidFill>
        <a:effectLst/>
      </p:bgPr>
    </p:bg>
    <p:spTree>
      <p:nvGrpSpPr>
        <p:cNvPr id="1" name=""/>
        <p:cNvGrpSpPr/>
        <p:nvPr/>
      </p:nvGrpSpPr>
      <p:grpSpPr>
        <a:xfrm>
          <a:off x="0" y="0"/>
          <a:ext cx="0" cy="0"/>
          <a:chOff x="0" y="0"/>
          <a:chExt cx="0" cy="0"/>
        </a:xfrm>
      </p:grpSpPr>
      <p:sp>
        <p:nvSpPr>
          <p:cNvPr id="2" name="Freeform 2"/>
          <p:cNvSpPr/>
          <p:nvPr/>
        </p:nvSpPr>
        <p:spPr>
          <a:xfrm>
            <a:off x="13323984" y="5143500"/>
            <a:ext cx="6125118" cy="6102845"/>
          </a:xfrm>
          <a:custGeom>
            <a:avLst/>
            <a:gdLst/>
            <a:ahLst/>
            <a:cxnLst/>
            <a:rect l="l" t="t" r="r" b="b"/>
            <a:pathLst>
              <a:path w="6125118" h="6102845">
                <a:moveTo>
                  <a:pt x="0" y="0"/>
                </a:moveTo>
                <a:lnTo>
                  <a:pt x="6125118" y="0"/>
                </a:lnTo>
                <a:lnTo>
                  <a:pt x="6125118" y="6102845"/>
                </a:lnTo>
                <a:lnTo>
                  <a:pt x="0" y="61028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2453165" y="-1738657"/>
            <a:ext cx="5549360" cy="6228873"/>
          </a:xfrm>
          <a:custGeom>
            <a:avLst/>
            <a:gdLst/>
            <a:ahLst/>
            <a:cxnLst/>
            <a:rect l="l" t="t" r="r" b="b"/>
            <a:pathLst>
              <a:path w="5549360" h="6228873">
                <a:moveTo>
                  <a:pt x="5549360" y="6228873"/>
                </a:moveTo>
                <a:lnTo>
                  <a:pt x="0" y="6228873"/>
                </a:lnTo>
                <a:lnTo>
                  <a:pt x="0" y="0"/>
                </a:lnTo>
                <a:lnTo>
                  <a:pt x="5549360" y="0"/>
                </a:lnTo>
                <a:lnTo>
                  <a:pt x="5549360" y="622887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176087" y="1880991"/>
            <a:ext cx="9083213" cy="6525018"/>
          </a:xfrm>
          <a:custGeom>
            <a:avLst/>
            <a:gdLst/>
            <a:ahLst/>
            <a:cxnLst/>
            <a:rect l="l" t="t" r="r" b="b"/>
            <a:pathLst>
              <a:path w="9083213" h="6525018">
                <a:moveTo>
                  <a:pt x="0" y="0"/>
                </a:moveTo>
                <a:lnTo>
                  <a:pt x="9083213" y="0"/>
                </a:lnTo>
                <a:lnTo>
                  <a:pt x="9083213" y="6525018"/>
                </a:lnTo>
                <a:lnTo>
                  <a:pt x="0" y="65250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586248" y="2738118"/>
            <a:ext cx="7589838" cy="1878330"/>
          </a:xfrm>
          <a:prstGeom prst="rect">
            <a:avLst/>
          </a:prstGeom>
        </p:spPr>
        <p:txBody>
          <a:bodyPr lIns="0" tIns="0" rIns="0" bIns="0" rtlCol="0" anchor="t">
            <a:spAutoFit/>
          </a:bodyPr>
          <a:lstStyle/>
          <a:p>
            <a:pPr algn="l">
              <a:lnSpc>
                <a:spcPts val="7200"/>
              </a:lnSpc>
            </a:pPr>
            <a:r>
              <a:rPr lang="en-US" sz="7200" b="1" spc="72">
                <a:solidFill>
                  <a:srgbClr val="365FB3"/>
                </a:solidFill>
                <a:latin typeface="Canva Sans Bold"/>
                <a:ea typeface="Canva Sans Bold"/>
                <a:cs typeface="Canva Sans Bold"/>
                <a:sym typeface="Canva Sans Bold"/>
              </a:rPr>
              <a:t>LOST AND FOUND PORTAL</a:t>
            </a:r>
          </a:p>
        </p:txBody>
      </p:sp>
      <p:sp>
        <p:nvSpPr>
          <p:cNvPr id="6" name="TextBox 6"/>
          <p:cNvSpPr txBox="1"/>
          <p:nvPr/>
        </p:nvSpPr>
        <p:spPr>
          <a:xfrm>
            <a:off x="1028700" y="5229858"/>
            <a:ext cx="7147387" cy="573405"/>
          </a:xfrm>
          <a:prstGeom prst="rect">
            <a:avLst/>
          </a:prstGeom>
        </p:spPr>
        <p:txBody>
          <a:bodyPr lIns="0" tIns="0" rIns="0" bIns="0" rtlCol="0" anchor="t">
            <a:spAutoFit/>
          </a:bodyPr>
          <a:lstStyle/>
          <a:p>
            <a:pPr algn="l">
              <a:lnSpc>
                <a:spcPts val="4680"/>
              </a:lnSpc>
            </a:pPr>
            <a:r>
              <a:rPr lang="en-US" sz="3600" b="1" spc="36">
                <a:solidFill>
                  <a:srgbClr val="64392D"/>
                </a:solidFill>
                <a:latin typeface="Canva Sans Medium"/>
                <a:ea typeface="Canva Sans Medium"/>
                <a:cs typeface="Canva Sans Medium"/>
                <a:sym typeface="Canva Sans Medium"/>
              </a:rPr>
              <a:t>Presentation by Faiz Jamadar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E9E8"/>
        </a:solidFill>
        <a:effectLst/>
      </p:bgPr>
    </p:bg>
    <p:spTree>
      <p:nvGrpSpPr>
        <p:cNvPr id="1" name=""/>
        <p:cNvGrpSpPr/>
        <p:nvPr/>
      </p:nvGrpSpPr>
      <p:grpSpPr>
        <a:xfrm>
          <a:off x="0" y="0"/>
          <a:ext cx="0" cy="0"/>
          <a:chOff x="0" y="0"/>
          <a:chExt cx="0" cy="0"/>
        </a:xfrm>
      </p:grpSpPr>
      <p:sp>
        <p:nvSpPr>
          <p:cNvPr id="2" name="Freeform 2"/>
          <p:cNvSpPr/>
          <p:nvPr/>
        </p:nvSpPr>
        <p:spPr>
          <a:xfrm>
            <a:off x="13916903" y="5734264"/>
            <a:ext cx="5532198" cy="5512081"/>
          </a:xfrm>
          <a:custGeom>
            <a:avLst/>
            <a:gdLst/>
            <a:ahLst/>
            <a:cxnLst/>
            <a:rect l="l" t="t" r="r" b="b"/>
            <a:pathLst>
              <a:path w="5532198" h="5512081">
                <a:moveTo>
                  <a:pt x="0" y="0"/>
                </a:moveTo>
                <a:lnTo>
                  <a:pt x="5532199" y="0"/>
                </a:lnTo>
                <a:lnTo>
                  <a:pt x="5532199" y="5512081"/>
                </a:lnTo>
                <a:lnTo>
                  <a:pt x="0" y="55120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2453165" y="-1738657"/>
            <a:ext cx="4561415" cy="5119956"/>
          </a:xfrm>
          <a:custGeom>
            <a:avLst/>
            <a:gdLst/>
            <a:ahLst/>
            <a:cxnLst/>
            <a:rect l="l" t="t" r="r" b="b"/>
            <a:pathLst>
              <a:path w="4561415" h="5119956">
                <a:moveTo>
                  <a:pt x="4561415" y="5119955"/>
                </a:moveTo>
                <a:lnTo>
                  <a:pt x="0" y="5119955"/>
                </a:lnTo>
                <a:lnTo>
                  <a:pt x="0" y="0"/>
                </a:lnTo>
                <a:lnTo>
                  <a:pt x="4561415" y="0"/>
                </a:lnTo>
                <a:lnTo>
                  <a:pt x="4561415" y="511995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402469" y="1028700"/>
            <a:ext cx="7856831" cy="8229600"/>
          </a:xfrm>
          <a:custGeom>
            <a:avLst/>
            <a:gdLst/>
            <a:ahLst/>
            <a:cxnLst/>
            <a:rect l="l" t="t" r="r" b="b"/>
            <a:pathLst>
              <a:path w="7856831" h="8229600">
                <a:moveTo>
                  <a:pt x="0" y="0"/>
                </a:moveTo>
                <a:lnTo>
                  <a:pt x="7856831" y="0"/>
                </a:lnTo>
                <a:lnTo>
                  <a:pt x="7856831"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1143000"/>
            <a:ext cx="7731386" cy="824230"/>
          </a:xfrm>
          <a:prstGeom prst="rect">
            <a:avLst/>
          </a:prstGeom>
        </p:spPr>
        <p:txBody>
          <a:bodyPr lIns="0" tIns="0" rIns="0" bIns="0" rtlCol="0" anchor="t">
            <a:spAutoFit/>
          </a:bodyPr>
          <a:lstStyle/>
          <a:p>
            <a:pPr algn="l">
              <a:lnSpc>
                <a:spcPts val="6200"/>
              </a:lnSpc>
            </a:pPr>
            <a:r>
              <a:rPr lang="en-US" sz="6200" b="1" spc="62">
                <a:solidFill>
                  <a:srgbClr val="365FB3"/>
                </a:solidFill>
                <a:latin typeface="Canva Sans Bold"/>
                <a:ea typeface="Canva Sans Bold"/>
                <a:cs typeface="Canva Sans Bold"/>
                <a:sym typeface="Canva Sans Bold"/>
              </a:rPr>
              <a:t>Introduction</a:t>
            </a:r>
          </a:p>
        </p:txBody>
      </p:sp>
      <p:sp>
        <p:nvSpPr>
          <p:cNvPr id="6" name="TextBox 6"/>
          <p:cNvSpPr txBox="1"/>
          <p:nvPr/>
        </p:nvSpPr>
        <p:spPr>
          <a:xfrm>
            <a:off x="1412614" y="2948940"/>
            <a:ext cx="7731386" cy="2194560"/>
          </a:xfrm>
          <a:prstGeom prst="rect">
            <a:avLst/>
          </a:prstGeom>
        </p:spPr>
        <p:txBody>
          <a:bodyPr lIns="0" tIns="0" rIns="0" bIns="0" rtlCol="0" anchor="t">
            <a:spAutoFit/>
          </a:bodyPr>
          <a:lstStyle/>
          <a:p>
            <a:pPr algn="l">
              <a:lnSpc>
                <a:spcPts val="3510"/>
              </a:lnSpc>
            </a:pPr>
            <a:r>
              <a:rPr lang="en-US" sz="2700" spc="27">
                <a:solidFill>
                  <a:srgbClr val="64392D"/>
                </a:solidFill>
                <a:latin typeface="Canva Sans"/>
                <a:ea typeface="Canva Sans"/>
                <a:cs typeface="Canva Sans"/>
                <a:sym typeface="Canva Sans"/>
              </a:rPr>
              <a:t>Its purpose is to provide a centralized system for recording items that have been lost and found within a specific location, such as a campus or an office, making it easier to return items to their rightful owners.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E9E8"/>
        </a:solidFill>
        <a:effectLst/>
      </p:bgPr>
    </p:bg>
    <p:spTree>
      <p:nvGrpSpPr>
        <p:cNvPr id="1" name=""/>
        <p:cNvGrpSpPr/>
        <p:nvPr/>
      </p:nvGrpSpPr>
      <p:grpSpPr>
        <a:xfrm>
          <a:off x="0" y="0"/>
          <a:ext cx="0" cy="0"/>
          <a:chOff x="0" y="0"/>
          <a:chExt cx="0" cy="0"/>
        </a:xfrm>
      </p:grpSpPr>
      <p:sp>
        <p:nvSpPr>
          <p:cNvPr id="2" name="Freeform 2"/>
          <p:cNvSpPr/>
          <p:nvPr/>
        </p:nvSpPr>
        <p:spPr>
          <a:xfrm>
            <a:off x="13916903" y="5734264"/>
            <a:ext cx="5532198" cy="5512081"/>
          </a:xfrm>
          <a:custGeom>
            <a:avLst/>
            <a:gdLst/>
            <a:ahLst/>
            <a:cxnLst/>
            <a:rect l="l" t="t" r="r" b="b"/>
            <a:pathLst>
              <a:path w="5532198" h="5512081">
                <a:moveTo>
                  <a:pt x="0" y="0"/>
                </a:moveTo>
                <a:lnTo>
                  <a:pt x="5532199" y="0"/>
                </a:lnTo>
                <a:lnTo>
                  <a:pt x="5532199" y="5512081"/>
                </a:lnTo>
                <a:lnTo>
                  <a:pt x="0" y="55120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2453165" y="-1738657"/>
            <a:ext cx="4561415" cy="5119956"/>
          </a:xfrm>
          <a:custGeom>
            <a:avLst/>
            <a:gdLst/>
            <a:ahLst/>
            <a:cxnLst/>
            <a:rect l="l" t="t" r="r" b="b"/>
            <a:pathLst>
              <a:path w="4561415" h="5119956">
                <a:moveTo>
                  <a:pt x="4561415" y="5119955"/>
                </a:moveTo>
                <a:lnTo>
                  <a:pt x="0" y="5119955"/>
                </a:lnTo>
                <a:lnTo>
                  <a:pt x="0" y="0"/>
                </a:lnTo>
                <a:lnTo>
                  <a:pt x="4561415" y="0"/>
                </a:lnTo>
                <a:lnTo>
                  <a:pt x="4561415" y="511995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005367" y="2300748"/>
            <a:ext cx="9058179" cy="5967236"/>
          </a:xfrm>
          <a:custGeom>
            <a:avLst/>
            <a:gdLst/>
            <a:ahLst/>
            <a:cxnLst/>
            <a:rect l="l" t="t" r="r" b="b"/>
            <a:pathLst>
              <a:path w="9058179" h="5967236">
                <a:moveTo>
                  <a:pt x="0" y="0"/>
                </a:moveTo>
                <a:lnTo>
                  <a:pt x="9058179" y="0"/>
                </a:lnTo>
                <a:lnTo>
                  <a:pt x="9058179" y="5967237"/>
                </a:lnTo>
                <a:lnTo>
                  <a:pt x="0" y="59672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1143000"/>
            <a:ext cx="7147070" cy="1605280"/>
          </a:xfrm>
          <a:prstGeom prst="rect">
            <a:avLst/>
          </a:prstGeom>
        </p:spPr>
        <p:txBody>
          <a:bodyPr lIns="0" tIns="0" rIns="0" bIns="0" rtlCol="0" anchor="t">
            <a:spAutoFit/>
          </a:bodyPr>
          <a:lstStyle/>
          <a:p>
            <a:pPr algn="l">
              <a:lnSpc>
                <a:spcPts val="6200"/>
              </a:lnSpc>
            </a:pPr>
            <a:r>
              <a:rPr lang="en-US" sz="6200" b="1" spc="62">
                <a:solidFill>
                  <a:srgbClr val="365FB3"/>
                </a:solidFill>
                <a:latin typeface="Canva Sans Bold"/>
                <a:ea typeface="Canva Sans Bold"/>
                <a:cs typeface="Canva Sans Bold"/>
                <a:sym typeface="Canva Sans Bold"/>
              </a:rPr>
              <a:t>TECHNOLOGY USED</a:t>
            </a:r>
          </a:p>
        </p:txBody>
      </p:sp>
      <p:sp>
        <p:nvSpPr>
          <p:cNvPr id="6" name="TextBox 6"/>
          <p:cNvSpPr txBox="1"/>
          <p:nvPr/>
        </p:nvSpPr>
        <p:spPr>
          <a:xfrm>
            <a:off x="1028700" y="3729887"/>
            <a:ext cx="7147070" cy="1756410"/>
          </a:xfrm>
          <a:prstGeom prst="rect">
            <a:avLst/>
          </a:prstGeom>
        </p:spPr>
        <p:txBody>
          <a:bodyPr lIns="0" tIns="0" rIns="0" bIns="0" rtlCol="0" anchor="t">
            <a:spAutoFit/>
          </a:bodyPr>
          <a:lstStyle/>
          <a:p>
            <a:pPr marL="582930" lvl="1" indent="-291465" algn="l">
              <a:lnSpc>
                <a:spcPts val="3510"/>
              </a:lnSpc>
              <a:buFont typeface="Arial"/>
              <a:buChar char="•"/>
            </a:pPr>
            <a:r>
              <a:rPr lang="en-US" sz="2700" spc="27">
                <a:solidFill>
                  <a:srgbClr val="64392D"/>
                </a:solidFill>
                <a:latin typeface="Canva Sans"/>
                <a:ea typeface="Canva Sans"/>
                <a:cs typeface="Canva Sans"/>
                <a:sym typeface="Canva Sans"/>
              </a:rPr>
              <a:t>Backend: Python with the Flask </a:t>
            </a:r>
          </a:p>
          <a:p>
            <a:pPr marL="582930" lvl="1" indent="-291465" algn="l">
              <a:lnSpc>
                <a:spcPts val="3510"/>
              </a:lnSpc>
              <a:buFont typeface="Arial"/>
              <a:buChar char="•"/>
            </a:pPr>
            <a:r>
              <a:rPr lang="en-US" sz="2700" spc="27">
                <a:solidFill>
                  <a:srgbClr val="64392D"/>
                </a:solidFill>
                <a:latin typeface="Canva Sans"/>
                <a:ea typeface="Canva Sans"/>
                <a:cs typeface="Canva Sans"/>
                <a:sym typeface="Canva Sans"/>
              </a:rPr>
              <a:t>Database: SQLite</a:t>
            </a:r>
          </a:p>
          <a:p>
            <a:pPr marL="582930" lvl="1" indent="-291465" algn="l">
              <a:lnSpc>
                <a:spcPts val="3510"/>
              </a:lnSpc>
              <a:buFont typeface="Arial"/>
              <a:buChar char="•"/>
            </a:pPr>
            <a:r>
              <a:rPr lang="en-US" sz="2700" spc="27">
                <a:solidFill>
                  <a:srgbClr val="64392D"/>
                </a:solidFill>
                <a:latin typeface="Canva Sans"/>
                <a:ea typeface="Canva Sans"/>
                <a:cs typeface="Canva Sans"/>
                <a:sym typeface="Canva Sans"/>
              </a:rPr>
              <a:t>Frontend: HTML and CSS </a:t>
            </a:r>
          </a:p>
          <a:p>
            <a:pPr algn="l">
              <a:lnSpc>
                <a:spcPts val="3510"/>
              </a:lnSpc>
            </a:pPr>
            <a:endParaRPr lang="en-US" sz="2700" spc="27">
              <a:solidFill>
                <a:srgbClr val="64392D"/>
              </a:solidFill>
              <a:latin typeface="Canva Sans"/>
              <a:ea typeface="Canva Sans"/>
              <a:cs typeface="Canva Sans"/>
              <a:sym typeface="Canv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E9E8"/>
        </a:solidFill>
        <a:effectLst/>
      </p:bgPr>
    </p:bg>
    <p:spTree>
      <p:nvGrpSpPr>
        <p:cNvPr id="1" name=""/>
        <p:cNvGrpSpPr/>
        <p:nvPr/>
      </p:nvGrpSpPr>
      <p:grpSpPr>
        <a:xfrm>
          <a:off x="0" y="0"/>
          <a:ext cx="0" cy="0"/>
          <a:chOff x="0" y="0"/>
          <a:chExt cx="0" cy="0"/>
        </a:xfrm>
      </p:grpSpPr>
      <p:sp>
        <p:nvSpPr>
          <p:cNvPr id="2" name="Freeform 2"/>
          <p:cNvSpPr/>
          <p:nvPr/>
        </p:nvSpPr>
        <p:spPr>
          <a:xfrm>
            <a:off x="13916903" y="5734264"/>
            <a:ext cx="5532198" cy="5512081"/>
          </a:xfrm>
          <a:custGeom>
            <a:avLst/>
            <a:gdLst/>
            <a:ahLst/>
            <a:cxnLst/>
            <a:rect l="l" t="t" r="r" b="b"/>
            <a:pathLst>
              <a:path w="5532198" h="5512081">
                <a:moveTo>
                  <a:pt x="0" y="0"/>
                </a:moveTo>
                <a:lnTo>
                  <a:pt x="5532199" y="0"/>
                </a:lnTo>
                <a:lnTo>
                  <a:pt x="5532199" y="5512081"/>
                </a:lnTo>
                <a:lnTo>
                  <a:pt x="0" y="55120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2453165" y="-1738657"/>
            <a:ext cx="4561415" cy="5119956"/>
          </a:xfrm>
          <a:custGeom>
            <a:avLst/>
            <a:gdLst/>
            <a:ahLst/>
            <a:cxnLst/>
            <a:rect l="l" t="t" r="r" b="b"/>
            <a:pathLst>
              <a:path w="4561415" h="5119956">
                <a:moveTo>
                  <a:pt x="4561415" y="5119955"/>
                </a:moveTo>
                <a:lnTo>
                  <a:pt x="0" y="5119955"/>
                </a:lnTo>
                <a:lnTo>
                  <a:pt x="0" y="0"/>
                </a:lnTo>
                <a:lnTo>
                  <a:pt x="4561415" y="0"/>
                </a:lnTo>
                <a:lnTo>
                  <a:pt x="4561415" y="511995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578654" y="1143000"/>
            <a:ext cx="13130691" cy="824230"/>
          </a:xfrm>
          <a:prstGeom prst="rect">
            <a:avLst/>
          </a:prstGeom>
        </p:spPr>
        <p:txBody>
          <a:bodyPr lIns="0" tIns="0" rIns="0" bIns="0" rtlCol="0" anchor="t">
            <a:spAutoFit/>
          </a:bodyPr>
          <a:lstStyle/>
          <a:p>
            <a:pPr algn="ctr">
              <a:lnSpc>
                <a:spcPts val="6200"/>
              </a:lnSpc>
            </a:pPr>
            <a:r>
              <a:rPr lang="en-US" sz="6200" b="1" spc="62">
                <a:solidFill>
                  <a:srgbClr val="365FB3"/>
                </a:solidFill>
                <a:latin typeface="Canva Sans Bold"/>
                <a:ea typeface="Canva Sans Bold"/>
                <a:cs typeface="Canva Sans Bold"/>
                <a:sym typeface="Canva Sans Bold"/>
              </a:rPr>
              <a:t>Core Features</a:t>
            </a:r>
          </a:p>
        </p:txBody>
      </p:sp>
      <p:sp>
        <p:nvSpPr>
          <p:cNvPr id="5" name="TextBox 5"/>
          <p:cNvSpPr txBox="1"/>
          <p:nvPr/>
        </p:nvSpPr>
        <p:spPr>
          <a:xfrm>
            <a:off x="2578654" y="3006337"/>
            <a:ext cx="13130691" cy="3509010"/>
          </a:xfrm>
          <a:prstGeom prst="rect">
            <a:avLst/>
          </a:prstGeom>
        </p:spPr>
        <p:txBody>
          <a:bodyPr lIns="0" tIns="0" rIns="0" bIns="0" rtlCol="0" anchor="t">
            <a:spAutoFit/>
          </a:bodyPr>
          <a:lstStyle/>
          <a:p>
            <a:pPr marL="582930" lvl="1" indent="-291465" algn="ctr">
              <a:lnSpc>
                <a:spcPts val="3510"/>
              </a:lnSpc>
              <a:buFont typeface="Arial"/>
              <a:buChar char="•"/>
            </a:pPr>
            <a:r>
              <a:rPr lang="en-US" sz="2700" b="1" spc="27">
                <a:solidFill>
                  <a:srgbClr val="64392D"/>
                </a:solidFill>
                <a:latin typeface="Canva Sans Bold"/>
                <a:ea typeface="Canva Sans Bold"/>
                <a:cs typeface="Canva Sans Bold"/>
                <a:sym typeface="Canva Sans Bold"/>
              </a:rPr>
              <a:t>Create</a:t>
            </a:r>
            <a:r>
              <a:rPr lang="en-US" sz="2700" spc="27">
                <a:solidFill>
                  <a:srgbClr val="64392D"/>
                </a:solidFill>
                <a:latin typeface="Canva Sans"/>
                <a:ea typeface="Canva Sans"/>
                <a:cs typeface="Canva Sans"/>
                <a:sym typeface="Canva Sans"/>
              </a:rPr>
              <a:t>: Users can add a new found item to the system through a simple form.</a:t>
            </a:r>
          </a:p>
          <a:p>
            <a:pPr marL="582930" lvl="1" indent="-291465" algn="ctr">
              <a:lnSpc>
                <a:spcPts val="3510"/>
              </a:lnSpc>
              <a:buFont typeface="Arial"/>
              <a:buChar char="•"/>
            </a:pPr>
            <a:r>
              <a:rPr lang="en-US" sz="2700" b="1" spc="27">
                <a:solidFill>
                  <a:srgbClr val="64392D"/>
                </a:solidFill>
                <a:latin typeface="Canva Sans Bold"/>
                <a:ea typeface="Canva Sans Bold"/>
                <a:cs typeface="Canva Sans Bold"/>
                <a:sym typeface="Canva Sans Bold"/>
              </a:rPr>
              <a:t>Read</a:t>
            </a:r>
            <a:r>
              <a:rPr lang="en-US" sz="2700" spc="27">
                <a:solidFill>
                  <a:srgbClr val="64392D"/>
                </a:solidFill>
                <a:latin typeface="Canva Sans"/>
                <a:ea typeface="Canva Sans"/>
                <a:cs typeface="Canva Sans"/>
                <a:sym typeface="Canva Sans"/>
              </a:rPr>
              <a:t>: The main page displays a complete list of all recorded items.</a:t>
            </a:r>
          </a:p>
          <a:p>
            <a:pPr marL="582930" lvl="1" indent="-291465" algn="ctr">
              <a:lnSpc>
                <a:spcPts val="3510"/>
              </a:lnSpc>
              <a:buFont typeface="Arial"/>
              <a:buChar char="•"/>
            </a:pPr>
            <a:r>
              <a:rPr lang="en-US" sz="2700" b="1" spc="27">
                <a:solidFill>
                  <a:srgbClr val="64392D"/>
                </a:solidFill>
                <a:latin typeface="Canva Sans Bold"/>
                <a:ea typeface="Canva Sans Bold"/>
                <a:cs typeface="Canva Sans Bold"/>
                <a:sym typeface="Canva Sans Bold"/>
              </a:rPr>
              <a:t>Update</a:t>
            </a:r>
            <a:r>
              <a:rPr lang="en-US" sz="2700" spc="27">
                <a:solidFill>
                  <a:srgbClr val="64392D"/>
                </a:solidFill>
                <a:latin typeface="Canva Sans"/>
                <a:ea typeface="Canva Sans"/>
                <a:cs typeface="Canva Sans"/>
                <a:sym typeface="Canva Sans"/>
              </a:rPr>
              <a:t>: The status of an item can be changed from "Unclaimed" to "Claimed".</a:t>
            </a:r>
          </a:p>
          <a:p>
            <a:pPr marL="582930" lvl="1" indent="-291465" algn="ctr">
              <a:lnSpc>
                <a:spcPts val="3510"/>
              </a:lnSpc>
              <a:buFont typeface="Arial"/>
              <a:buChar char="•"/>
            </a:pPr>
            <a:r>
              <a:rPr lang="en-US" sz="2700" b="1" spc="27">
                <a:solidFill>
                  <a:srgbClr val="64392D"/>
                </a:solidFill>
                <a:latin typeface="Canva Sans Bold"/>
                <a:ea typeface="Canva Sans Bold"/>
                <a:cs typeface="Canva Sans Bold"/>
                <a:sym typeface="Canva Sans Bold"/>
              </a:rPr>
              <a:t>Delete</a:t>
            </a:r>
            <a:r>
              <a:rPr lang="en-US" sz="2700" spc="27">
                <a:solidFill>
                  <a:srgbClr val="64392D"/>
                </a:solidFill>
                <a:latin typeface="Canva Sans"/>
                <a:ea typeface="Canva Sans"/>
                <a:cs typeface="Canva Sans"/>
                <a:sym typeface="Canva Sans"/>
              </a:rPr>
              <a:t>: Items that have been returned or are no longer needed can be removed from the list.</a:t>
            </a:r>
          </a:p>
          <a:p>
            <a:pPr algn="ctr">
              <a:lnSpc>
                <a:spcPts val="3510"/>
              </a:lnSpc>
            </a:pPr>
            <a:endParaRPr lang="en-US" sz="2700" spc="27">
              <a:solidFill>
                <a:srgbClr val="64392D"/>
              </a:solidFill>
              <a:latin typeface="Canva Sans"/>
              <a:ea typeface="Canva Sans"/>
              <a:cs typeface="Canva Sans"/>
              <a:sym typeface="Canv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E9E8"/>
        </a:solidFill>
        <a:effectLst/>
      </p:bgPr>
    </p:bg>
    <p:spTree>
      <p:nvGrpSpPr>
        <p:cNvPr id="1" name=""/>
        <p:cNvGrpSpPr/>
        <p:nvPr/>
      </p:nvGrpSpPr>
      <p:grpSpPr>
        <a:xfrm>
          <a:off x="0" y="0"/>
          <a:ext cx="0" cy="0"/>
          <a:chOff x="0" y="0"/>
          <a:chExt cx="0" cy="0"/>
        </a:xfrm>
      </p:grpSpPr>
      <p:sp>
        <p:nvSpPr>
          <p:cNvPr id="2" name="Freeform 2"/>
          <p:cNvSpPr/>
          <p:nvPr/>
        </p:nvSpPr>
        <p:spPr>
          <a:xfrm>
            <a:off x="13916903" y="5734264"/>
            <a:ext cx="5532198" cy="5512081"/>
          </a:xfrm>
          <a:custGeom>
            <a:avLst/>
            <a:gdLst/>
            <a:ahLst/>
            <a:cxnLst/>
            <a:rect l="l" t="t" r="r" b="b"/>
            <a:pathLst>
              <a:path w="5532198" h="5512081">
                <a:moveTo>
                  <a:pt x="0" y="0"/>
                </a:moveTo>
                <a:lnTo>
                  <a:pt x="5532199" y="0"/>
                </a:lnTo>
                <a:lnTo>
                  <a:pt x="5532199" y="5512081"/>
                </a:lnTo>
                <a:lnTo>
                  <a:pt x="0" y="55120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2453165" y="-1738657"/>
            <a:ext cx="4561415" cy="5119956"/>
          </a:xfrm>
          <a:custGeom>
            <a:avLst/>
            <a:gdLst/>
            <a:ahLst/>
            <a:cxnLst/>
            <a:rect l="l" t="t" r="r" b="b"/>
            <a:pathLst>
              <a:path w="4561415" h="5119956">
                <a:moveTo>
                  <a:pt x="4561415" y="5119955"/>
                </a:moveTo>
                <a:lnTo>
                  <a:pt x="0" y="5119955"/>
                </a:lnTo>
                <a:lnTo>
                  <a:pt x="0" y="0"/>
                </a:lnTo>
                <a:lnTo>
                  <a:pt x="4561415" y="0"/>
                </a:lnTo>
                <a:lnTo>
                  <a:pt x="4561415" y="511995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997117" y="1028700"/>
            <a:ext cx="8262183" cy="7300765"/>
          </a:xfrm>
          <a:custGeom>
            <a:avLst/>
            <a:gdLst/>
            <a:ahLst/>
            <a:cxnLst/>
            <a:rect l="l" t="t" r="r" b="b"/>
            <a:pathLst>
              <a:path w="8262183" h="7300765">
                <a:moveTo>
                  <a:pt x="0" y="0"/>
                </a:moveTo>
                <a:lnTo>
                  <a:pt x="8262183" y="0"/>
                </a:lnTo>
                <a:lnTo>
                  <a:pt x="8262183" y="7300765"/>
                </a:lnTo>
                <a:lnTo>
                  <a:pt x="0" y="73007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1143000"/>
            <a:ext cx="7731386" cy="824230"/>
          </a:xfrm>
          <a:prstGeom prst="rect">
            <a:avLst/>
          </a:prstGeom>
        </p:spPr>
        <p:txBody>
          <a:bodyPr lIns="0" tIns="0" rIns="0" bIns="0" rtlCol="0" anchor="t">
            <a:spAutoFit/>
          </a:bodyPr>
          <a:lstStyle/>
          <a:p>
            <a:pPr algn="l">
              <a:lnSpc>
                <a:spcPts val="6200"/>
              </a:lnSpc>
            </a:pPr>
            <a:r>
              <a:rPr lang="en-US" sz="6200" b="1" spc="62">
                <a:solidFill>
                  <a:srgbClr val="365FB3"/>
                </a:solidFill>
                <a:latin typeface="Canva Sans Bold"/>
                <a:ea typeface="Canva Sans Bold"/>
                <a:cs typeface="Canva Sans Bold"/>
                <a:sym typeface="Canva Sans Bold"/>
              </a:rPr>
              <a:t>Database Design</a:t>
            </a:r>
          </a:p>
        </p:txBody>
      </p:sp>
      <p:sp>
        <p:nvSpPr>
          <p:cNvPr id="6" name="TextBox 6"/>
          <p:cNvSpPr txBox="1"/>
          <p:nvPr/>
        </p:nvSpPr>
        <p:spPr>
          <a:xfrm>
            <a:off x="1028700" y="2484523"/>
            <a:ext cx="7731386" cy="2194560"/>
          </a:xfrm>
          <a:prstGeom prst="rect">
            <a:avLst/>
          </a:prstGeom>
        </p:spPr>
        <p:txBody>
          <a:bodyPr lIns="0" tIns="0" rIns="0" bIns="0" rtlCol="0" anchor="t">
            <a:spAutoFit/>
          </a:bodyPr>
          <a:lstStyle/>
          <a:p>
            <a:pPr algn="l">
              <a:lnSpc>
                <a:spcPts val="3510"/>
              </a:lnSpc>
            </a:pPr>
            <a:r>
              <a:rPr lang="en-US" sz="2700" spc="27">
                <a:solidFill>
                  <a:srgbClr val="64392D"/>
                </a:solidFill>
                <a:latin typeface="Canva Sans"/>
                <a:ea typeface="Canva Sans"/>
                <a:cs typeface="Canva Sans"/>
                <a:sym typeface="Canva Sans"/>
              </a:rPr>
              <a:t>The database design is simple, consisting of a single table named </a:t>
            </a:r>
            <a:r>
              <a:rPr lang="en-US" sz="2700" b="1" spc="27">
                <a:solidFill>
                  <a:srgbClr val="64392D"/>
                </a:solidFill>
                <a:latin typeface="Canva Sans Bold"/>
                <a:ea typeface="Canva Sans Bold"/>
                <a:cs typeface="Canva Sans Bold"/>
                <a:sym typeface="Canva Sans Bold"/>
              </a:rPr>
              <a:t>Item</a:t>
            </a:r>
            <a:r>
              <a:rPr lang="en-US" sz="2700" spc="27">
                <a:solidFill>
                  <a:srgbClr val="64392D"/>
                </a:solidFill>
                <a:latin typeface="Canva Sans"/>
                <a:ea typeface="Canva Sans"/>
                <a:cs typeface="Canva Sans"/>
                <a:sym typeface="Canva Sans"/>
              </a:rPr>
              <a:t>. This table holds all the necessary information for each entry, including an ID, name, description, location, date found, and status.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E9E8"/>
        </a:solidFill>
        <a:effectLst/>
      </p:bgPr>
    </p:bg>
    <p:spTree>
      <p:nvGrpSpPr>
        <p:cNvPr id="1" name=""/>
        <p:cNvGrpSpPr/>
        <p:nvPr/>
      </p:nvGrpSpPr>
      <p:grpSpPr>
        <a:xfrm>
          <a:off x="0" y="0"/>
          <a:ext cx="0" cy="0"/>
          <a:chOff x="0" y="0"/>
          <a:chExt cx="0" cy="0"/>
        </a:xfrm>
      </p:grpSpPr>
      <p:sp>
        <p:nvSpPr>
          <p:cNvPr id="2" name="Freeform 2"/>
          <p:cNvSpPr/>
          <p:nvPr/>
        </p:nvSpPr>
        <p:spPr>
          <a:xfrm>
            <a:off x="13916903" y="5734264"/>
            <a:ext cx="5532198" cy="5512081"/>
          </a:xfrm>
          <a:custGeom>
            <a:avLst/>
            <a:gdLst/>
            <a:ahLst/>
            <a:cxnLst/>
            <a:rect l="l" t="t" r="r" b="b"/>
            <a:pathLst>
              <a:path w="5532198" h="5512081">
                <a:moveTo>
                  <a:pt x="0" y="0"/>
                </a:moveTo>
                <a:lnTo>
                  <a:pt x="5532199" y="0"/>
                </a:lnTo>
                <a:lnTo>
                  <a:pt x="5532199" y="5512081"/>
                </a:lnTo>
                <a:lnTo>
                  <a:pt x="0" y="55120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2453165" y="-1738657"/>
            <a:ext cx="4561415" cy="5119956"/>
          </a:xfrm>
          <a:custGeom>
            <a:avLst/>
            <a:gdLst/>
            <a:ahLst/>
            <a:cxnLst/>
            <a:rect l="l" t="t" r="r" b="b"/>
            <a:pathLst>
              <a:path w="4561415" h="5119956">
                <a:moveTo>
                  <a:pt x="4561415" y="5119955"/>
                </a:moveTo>
                <a:lnTo>
                  <a:pt x="0" y="5119955"/>
                </a:lnTo>
                <a:lnTo>
                  <a:pt x="0" y="0"/>
                </a:lnTo>
                <a:lnTo>
                  <a:pt x="4561415" y="0"/>
                </a:lnTo>
                <a:lnTo>
                  <a:pt x="4561415" y="511995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849687" y="1028700"/>
            <a:ext cx="8409613" cy="7264929"/>
          </a:xfrm>
          <a:custGeom>
            <a:avLst/>
            <a:gdLst/>
            <a:ahLst/>
            <a:cxnLst/>
            <a:rect l="l" t="t" r="r" b="b"/>
            <a:pathLst>
              <a:path w="8409613" h="7264929">
                <a:moveTo>
                  <a:pt x="0" y="0"/>
                </a:moveTo>
                <a:lnTo>
                  <a:pt x="8409613" y="0"/>
                </a:lnTo>
                <a:lnTo>
                  <a:pt x="8409613" y="7264929"/>
                </a:lnTo>
                <a:lnTo>
                  <a:pt x="0" y="726492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1143000"/>
            <a:ext cx="7731386" cy="824230"/>
          </a:xfrm>
          <a:prstGeom prst="rect">
            <a:avLst/>
          </a:prstGeom>
        </p:spPr>
        <p:txBody>
          <a:bodyPr lIns="0" tIns="0" rIns="0" bIns="0" rtlCol="0" anchor="t">
            <a:spAutoFit/>
          </a:bodyPr>
          <a:lstStyle/>
          <a:p>
            <a:pPr algn="l">
              <a:lnSpc>
                <a:spcPts val="6200"/>
              </a:lnSpc>
            </a:pPr>
            <a:r>
              <a:rPr lang="en-US" sz="6200" b="1" spc="62">
                <a:solidFill>
                  <a:srgbClr val="365FB3"/>
                </a:solidFill>
                <a:latin typeface="Canva Sans Bold"/>
                <a:ea typeface="Canva Sans Bold"/>
                <a:cs typeface="Canva Sans Bold"/>
                <a:sym typeface="Canva Sans Bold"/>
              </a:rPr>
              <a:t>Conclusion</a:t>
            </a:r>
          </a:p>
        </p:txBody>
      </p:sp>
      <p:sp>
        <p:nvSpPr>
          <p:cNvPr id="6" name="TextBox 6"/>
          <p:cNvSpPr txBox="1"/>
          <p:nvPr/>
        </p:nvSpPr>
        <p:spPr>
          <a:xfrm>
            <a:off x="1028700" y="2663404"/>
            <a:ext cx="7731386" cy="3070860"/>
          </a:xfrm>
          <a:prstGeom prst="rect">
            <a:avLst/>
          </a:prstGeom>
        </p:spPr>
        <p:txBody>
          <a:bodyPr lIns="0" tIns="0" rIns="0" bIns="0" rtlCol="0" anchor="t">
            <a:spAutoFit/>
          </a:bodyPr>
          <a:lstStyle/>
          <a:p>
            <a:pPr algn="l">
              <a:lnSpc>
                <a:spcPts val="3510"/>
              </a:lnSpc>
            </a:pPr>
            <a:r>
              <a:rPr lang="en-US" sz="2700" spc="27">
                <a:solidFill>
                  <a:srgbClr val="64392D"/>
                </a:solidFill>
                <a:latin typeface="Canva Sans"/>
                <a:ea typeface="Canva Sans"/>
                <a:cs typeface="Canva Sans"/>
                <a:sym typeface="Canva Sans"/>
              </a:rPr>
              <a:t>In short, I have have built a complete and working Lost and Found web app. It successfully handles all the basic tasks of adding, viewing, and managing items. The project was built with simple tools, works well, and can easily be expanded with new features in the future.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Green Pink Creative Project Management Presentation</dc:title>
  <cp:lastModifiedBy>Faiz Jamadar</cp:lastModifiedBy>
  <cp:revision>2</cp:revision>
  <dcterms:created xsi:type="dcterms:W3CDTF">2006-08-16T00:00:00Z</dcterms:created>
  <dcterms:modified xsi:type="dcterms:W3CDTF">2025-09-29T09:42:41Z</dcterms:modified>
  <dc:identifier>DAG0RtjP2jw</dc:identifier>
</cp:coreProperties>
</file>